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11"/>
  </p:notesMasterIdLst>
  <p:sldIdLst>
    <p:sldId id="256" r:id="rId2"/>
    <p:sldId id="257" r:id="rId3"/>
    <p:sldId id="268" r:id="rId4"/>
    <p:sldId id="260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109466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47334" algn="l" defTabSz="109466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94669" algn="l" defTabSz="109466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42003" algn="l" defTabSz="109466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89337" algn="l" defTabSz="109466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736674" algn="l" defTabSz="109466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84009" algn="l" defTabSz="109466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31343" algn="l" defTabSz="109466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78677" algn="l" defTabSz="109466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70" userDrawn="1">
          <p15:clr>
            <a:srgbClr val="A4A3A4"/>
          </p15:clr>
        </p15:guide>
        <p15:guide id="2" orient="horz" pos="1628" userDrawn="1">
          <p15:clr>
            <a:srgbClr val="A4A3A4"/>
          </p15:clr>
        </p15:guide>
        <p15:guide id="3" pos="2453" userDrawn="1">
          <p15:clr>
            <a:srgbClr val="A4A3A4"/>
          </p15:clr>
        </p15:guide>
        <p15:guide id="4" pos="34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74" autoAdjust="0"/>
    <p:restoredTop sz="94622" autoAdjust="0"/>
  </p:normalViewPr>
  <p:slideViewPr>
    <p:cSldViewPr snapToObjects="1">
      <p:cViewPr varScale="1">
        <p:scale>
          <a:sx n="70" d="100"/>
          <a:sy n="70" d="100"/>
        </p:scale>
        <p:origin x="576" y="72"/>
      </p:cViewPr>
      <p:guideLst>
        <p:guide orient="horz" pos="2570"/>
        <p:guide orient="horz" pos="1628"/>
        <p:guide pos="2453"/>
        <p:guide pos="34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Objects="1">
      <p:cViewPr>
        <p:scale>
          <a:sx n="66" d="100"/>
          <a:sy n="66" d="100"/>
        </p:scale>
        <p:origin x="-2376" y="126"/>
      </p:cViewPr>
      <p:guideLst>
        <p:guide orient="horz" pos="2880"/>
        <p:guide pos="2160"/>
      </p:guideLst>
    </p:cSldViewPr>
  </p:notes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6A013-18A5-4714-93B2-6CBE85E1047B}" type="datetimeFigureOut">
              <a:rPr lang="en-US" smtClean="0"/>
              <a:t>04/05/2017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5C734-F7BB-42BC-B9B1-21A7D1398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70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466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47334" algn="l" defTabSz="109466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94669" algn="l" defTabSz="109466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642003" algn="l" defTabSz="109466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189337" algn="l" defTabSz="109466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736674" algn="l" defTabSz="109466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284009" algn="l" defTabSz="109466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831343" algn="l" defTabSz="109466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378677" algn="l" defTabSz="109466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5C734-F7BB-42BC-B9B1-21A7D1398C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97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blackGray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5C734-F7BB-42BC-B9B1-21A7D1398C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61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5C734-F7BB-42BC-B9B1-21A7D1398C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8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5C734-F7BB-42BC-B9B1-21A7D1398C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8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5C734-F7BB-42BC-B9B1-21A7D1398C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8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5C734-F7BB-42BC-B9B1-21A7D1398C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8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5C734-F7BB-42BC-B9B1-21A7D1398C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8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5C734-F7BB-42BC-B9B1-21A7D1398C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8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12192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1189097" y="5617774"/>
            <a:ext cx="9843913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1" name="Rectangle 10"/>
          <p:cNvSpPr/>
          <p:nvPr/>
        </p:nvSpPr>
        <p:spPr>
          <a:xfrm>
            <a:off x="1319938" y="1016990"/>
            <a:ext cx="9572977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2" name="Rectangle 11"/>
          <p:cNvSpPr/>
          <p:nvPr/>
        </p:nvSpPr>
        <p:spPr>
          <a:xfrm>
            <a:off x="1320802" y="1009653"/>
            <a:ext cx="9572977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1026030" y="702069"/>
            <a:ext cx="757108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10568399" y="655232"/>
            <a:ext cx="566928" cy="755904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2934" y="1794935"/>
            <a:ext cx="7631291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02935" y="3736622"/>
            <a:ext cx="761623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27570" y="5357595"/>
            <a:ext cx="1618428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04/05/2017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65394" y="5357595"/>
            <a:ext cx="671312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85242" y="5357595"/>
            <a:ext cx="738697" cy="365125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04/05/2017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6640" y="2239433"/>
            <a:ext cx="8338725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691" y="3725337"/>
            <a:ext cx="8308623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04/05/2017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04/05/2017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731264" y="2121407"/>
            <a:ext cx="42672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217920" y="2119313"/>
            <a:ext cx="42672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7161" y="2122312"/>
            <a:ext cx="391936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47559" y="2122311"/>
            <a:ext cx="3925824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04/05/2017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731264" y="2944368"/>
            <a:ext cx="4303776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193535" y="2944813"/>
            <a:ext cx="4303776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04/05/2017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04/05/2017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12192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842903" y="6058038"/>
            <a:ext cx="10295468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6" name="Rectangle 15"/>
          <p:cNvSpPr/>
          <p:nvPr/>
        </p:nvSpPr>
        <p:spPr>
          <a:xfrm rot="60000">
            <a:off x="5958498" y="605163"/>
            <a:ext cx="505192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7" name="Rectangle 16"/>
          <p:cNvSpPr/>
          <p:nvPr/>
        </p:nvSpPr>
        <p:spPr>
          <a:xfrm rot="60000">
            <a:off x="5961890" y="603504"/>
            <a:ext cx="505192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3" name="Rectangle 12"/>
          <p:cNvSpPr/>
          <p:nvPr/>
        </p:nvSpPr>
        <p:spPr>
          <a:xfrm rot="21540000">
            <a:off x="998941" y="576868"/>
            <a:ext cx="505192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4" name="Rectangle 13"/>
          <p:cNvSpPr/>
          <p:nvPr/>
        </p:nvSpPr>
        <p:spPr>
          <a:xfrm rot="21540000">
            <a:off x="999746" y="576072"/>
            <a:ext cx="505192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3161475" y="293953"/>
            <a:ext cx="757108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8467351" y="238675"/>
            <a:ext cx="566928" cy="755904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478635" y="2020045"/>
            <a:ext cx="4086436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6472389" y="1150993"/>
            <a:ext cx="4027723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530835" y="3623748"/>
            <a:ext cx="4065188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8455599" y="5885675"/>
            <a:ext cx="1618428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04/05/2017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1219408" y="5829264"/>
            <a:ext cx="46968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10076420" y="5896964"/>
            <a:ext cx="73869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12192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842903" y="6058038"/>
            <a:ext cx="10295468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2" name="Rectangle 11"/>
          <p:cNvSpPr/>
          <p:nvPr/>
        </p:nvSpPr>
        <p:spPr>
          <a:xfrm rot="21540000">
            <a:off x="998941" y="576868"/>
            <a:ext cx="505192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3" name="Rectangle 12"/>
          <p:cNvSpPr/>
          <p:nvPr/>
        </p:nvSpPr>
        <p:spPr>
          <a:xfrm rot="21540000">
            <a:off x="993413" y="575769"/>
            <a:ext cx="505192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29" name="Rectangle 28"/>
          <p:cNvSpPr/>
          <p:nvPr/>
        </p:nvSpPr>
        <p:spPr>
          <a:xfrm rot="60000">
            <a:off x="5958498" y="605163"/>
            <a:ext cx="505192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30" name="Rectangle 29"/>
          <p:cNvSpPr/>
          <p:nvPr/>
        </p:nvSpPr>
        <p:spPr>
          <a:xfrm rot="60000">
            <a:off x="5953026" y="603920"/>
            <a:ext cx="505192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3161475" y="293953"/>
            <a:ext cx="757108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8467351" y="238675"/>
            <a:ext cx="566928" cy="755904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475232" y="2020824"/>
            <a:ext cx="408432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6531489" y="1207272"/>
            <a:ext cx="3885151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536192" y="3621024"/>
            <a:ext cx="4059936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8461250" y="5888740"/>
            <a:ext cx="1618428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04/05/2017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1219427" y="5831040"/>
            <a:ext cx="442539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10082788" y="5900029"/>
            <a:ext cx="73869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04/05/2017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3" y="925693"/>
            <a:ext cx="1907823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0963" y="1106315"/>
            <a:ext cx="690503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04/05/2017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12192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38202" y="6069330"/>
            <a:ext cx="1056132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1" name="Rectangle 10"/>
          <p:cNvSpPr/>
          <p:nvPr/>
        </p:nvSpPr>
        <p:spPr>
          <a:xfrm>
            <a:off x="975360" y="575310"/>
            <a:ext cx="102616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2" name="Rectangle 11"/>
          <p:cNvSpPr/>
          <p:nvPr/>
        </p:nvSpPr>
        <p:spPr>
          <a:xfrm>
            <a:off x="975360" y="576072"/>
            <a:ext cx="102616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724990" y="273091"/>
            <a:ext cx="757108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10914593" y="203675"/>
            <a:ext cx="566928" cy="755904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0033" y="817585"/>
            <a:ext cx="9286993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50722" y="2119257"/>
            <a:ext cx="8261873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06119" y="5809155"/>
            <a:ext cx="1618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04/05/2017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9203" y="5809155"/>
            <a:ext cx="7386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26938" y="5809155"/>
            <a:ext cx="7386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Times New Roman" panose="02020603050405020304" pitchFamily="18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Times New Roman" panose="02020603050405020304" pitchFamily="18" charset="0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Times New Roman" panose="02020603050405020304" pitchFamily="18" charset="0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Times New Roman" panose="02020603050405020304" pitchFamily="18" charset="0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Times New Roman" panose="02020603050405020304" pitchFamily="18" charset="0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Times New Roman" panose="02020603050405020304" pitchFamily="18" charset="0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err="1" smtClean="0"/>
              <a:t>Hướng</a:t>
            </a:r>
            <a:r>
              <a:rPr lang="en-US" baseline="0" smtClean="0"/>
              <a:t> </a:t>
            </a:r>
            <a:r>
              <a:rPr lang="en-US" baseline="0" err="1" smtClean="0"/>
              <a:t>dẫn</a:t>
            </a:r>
            <a:r>
              <a:rPr lang="en-US" baseline="0" smtClean="0"/>
              <a:t> </a:t>
            </a:r>
            <a:r>
              <a:rPr lang="en-US" baseline="0" err="1" smtClean="0"/>
              <a:t>ôn</a:t>
            </a:r>
            <a:r>
              <a:rPr lang="en-US" baseline="0" smtClean="0"/>
              <a:t> </a:t>
            </a:r>
            <a:r>
              <a:rPr lang="en-US" baseline="0" err="1" smtClean="0"/>
              <a:t>tập</a:t>
            </a:r>
            <a:r>
              <a:rPr lang="en-US" baseline="0" smtClean="0"/>
              <a:t> MOS PowerPoint 2010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err="1" smtClean="0"/>
              <a:t>Nguyễn</a:t>
            </a:r>
            <a:r>
              <a:rPr lang="en-US" baseline="0" smtClean="0"/>
              <a:t> </a:t>
            </a:r>
            <a:r>
              <a:rPr lang="en-US" baseline="0" err="1" smtClean="0"/>
              <a:t>Thành</a:t>
            </a:r>
            <a:r>
              <a:rPr lang="en-US" baseline="0" smtClean="0"/>
              <a:t> </a:t>
            </a:r>
            <a:r>
              <a:rPr lang="en-US" baseline="0" err="1" smtClean="0"/>
              <a:t>Trung</a:t>
            </a:r>
            <a:endParaRPr lang="en-US" baseline="0" smtClean="0"/>
          </a:p>
          <a:p>
            <a:r>
              <a:rPr lang="en-US" baseline="0" smtClean="0"/>
              <a:t>(Microsoft Certified Trainer)</a:t>
            </a:r>
          </a:p>
        </p:txBody>
      </p:sp>
    </p:spTree>
    <p:extLst>
      <p:ext uri="{BB962C8B-B14F-4D97-AF65-F5344CB8AC3E}">
        <p14:creationId xmlns:p14="http://schemas.microsoft.com/office/powerpoint/2010/main" val="298613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2483102" y="702245"/>
            <a:ext cx="7239000" cy="512152"/>
          </a:xfrm>
        </p:spPr>
        <p:txBody>
          <a:bodyPr>
            <a:normAutofit fontScale="90000"/>
          </a:bodyPr>
          <a:lstStyle/>
          <a:p>
            <a:r>
              <a:rPr lang="en-US" err="1" smtClean="0"/>
              <a:t>Nội</a:t>
            </a:r>
            <a:r>
              <a:rPr lang="en-US" baseline="0" smtClean="0"/>
              <a:t> dung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2132" y="1700775"/>
            <a:ext cx="7520940" cy="445498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err="1"/>
              <a:t>Bài</a:t>
            </a:r>
            <a:r>
              <a:rPr lang="en-US"/>
              <a:t> 1. </a:t>
            </a:r>
            <a:r>
              <a:rPr lang="en-US" err="1"/>
              <a:t>Những</a:t>
            </a:r>
            <a:r>
              <a:rPr lang="en-US"/>
              <a:t> </a:t>
            </a:r>
            <a:r>
              <a:rPr lang="en-US" err="1"/>
              <a:t>đặc</a:t>
            </a:r>
            <a:r>
              <a:rPr lang="en-US"/>
              <a:t> </a:t>
            </a:r>
            <a:r>
              <a:rPr lang="en-US" err="1"/>
              <a:t>điểm</a:t>
            </a:r>
            <a:r>
              <a:rPr lang="en-US"/>
              <a:t> </a:t>
            </a:r>
            <a:r>
              <a:rPr lang="en-US" err="1"/>
              <a:t>mới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PowerPoint </a:t>
            </a:r>
            <a:r>
              <a:rPr lang="en-US" smtClean="0"/>
              <a:t>2010.</a:t>
            </a:r>
            <a:endParaRPr lang="en-US"/>
          </a:p>
          <a:p>
            <a:pPr marL="0" indent="0">
              <a:lnSpc>
                <a:spcPct val="150000"/>
              </a:lnSpc>
              <a:buNone/>
            </a:pPr>
            <a:r>
              <a:rPr lang="en-US" err="1"/>
              <a:t>Bài</a:t>
            </a:r>
            <a:r>
              <a:rPr lang="en-US"/>
              <a:t> 2. </a:t>
            </a:r>
            <a:r>
              <a:rPr lang="en-US" err="1"/>
              <a:t>Khám</a:t>
            </a:r>
            <a:r>
              <a:rPr lang="en-US"/>
              <a:t> </a:t>
            </a:r>
            <a:r>
              <a:rPr lang="en-US" smtClean="0"/>
              <a:t>p </a:t>
            </a:r>
            <a:r>
              <a:rPr lang="en-US" err="1" smtClean="0"/>
              <a:t>há</a:t>
            </a:r>
            <a:r>
              <a:rPr lang="en-US" smtClean="0"/>
              <a:t> </a:t>
            </a:r>
            <a:r>
              <a:rPr lang="en-US"/>
              <a:t>PowerPoint </a:t>
            </a:r>
            <a:r>
              <a:rPr lang="en-US" smtClean="0"/>
              <a:t>2010.</a:t>
            </a:r>
            <a:endParaRPr lang="en-US"/>
          </a:p>
          <a:p>
            <a:pPr marL="0" indent="0">
              <a:lnSpc>
                <a:spcPct val="150000"/>
              </a:lnSpc>
              <a:buNone/>
            </a:pPr>
            <a:r>
              <a:rPr lang="en-US" err="1"/>
              <a:t>Bài</a:t>
            </a:r>
            <a:r>
              <a:rPr lang="en-US"/>
              <a:t> 3. </a:t>
            </a:r>
            <a:r>
              <a:rPr lang="en-US" err="1"/>
              <a:t>Làm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smtClean="0"/>
              <a:t>Slide.</a:t>
            </a:r>
            <a:endParaRPr lang="en-US"/>
          </a:p>
          <a:p>
            <a:pPr marL="0" indent="0">
              <a:lnSpc>
                <a:spcPct val="150000"/>
              </a:lnSpc>
              <a:buNone/>
            </a:pPr>
            <a:r>
              <a:rPr lang="vi-VN"/>
              <a:t>Bài 4. Làm việc với văn bản trong </a:t>
            </a:r>
            <a:r>
              <a:rPr lang="vi-VN" smtClean="0"/>
              <a:t>slide</a:t>
            </a:r>
            <a:r>
              <a:rPr lang="en-US"/>
              <a:t>.</a:t>
            </a:r>
            <a:endParaRPr lang="en-US" smtClean="0"/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Bài 5. Định </a:t>
            </a:r>
            <a:r>
              <a:rPr lang="en-US"/>
              <a:t>dạng </a:t>
            </a:r>
            <a:r>
              <a:rPr lang="en-US" smtClean="0"/>
              <a:t>Slide.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/>
              <a:t>Bài 6. Nâng cao giao diện trình chiếu bằng các thành phần trực quan </a:t>
            </a:r>
            <a:r>
              <a:rPr lang="vi-VN"/>
              <a:t>đơn </a:t>
            </a:r>
            <a:r>
              <a:rPr lang="vi-VN" smtClean="0"/>
              <a:t>giản</a:t>
            </a:r>
            <a:r>
              <a:rPr lang="en-US" smtClean="0"/>
              <a:t>.</a:t>
            </a:r>
            <a:r>
              <a:rPr lang="vi-VN" smtClean="0"/>
              <a:t> </a:t>
            </a:r>
            <a:endParaRPr lang="en-US" smtClean="0"/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Bài 7. Đánh giá và hoàn thiện bản trình chiếu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en-US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en-US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vi-VN"/>
          </a:p>
          <a:p>
            <a:pPr>
              <a:lnSpc>
                <a:spcPct val="15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2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Bài 1. Những đặc điểm mới của </a:t>
            </a:r>
            <a:r>
              <a:rPr lang="en-US"/>
              <a:t>PowerPoint </a:t>
            </a:r>
            <a:r>
              <a:rPr lang="en-US" smtClean="0"/>
              <a:t>2010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7526" y="2119257"/>
            <a:ext cx="7258544" cy="3603812"/>
          </a:xfrm>
        </p:spPr>
        <p:txBody>
          <a:bodyPr>
            <a:normAutofit/>
          </a:bodyPr>
          <a:lstStyle/>
          <a:p>
            <a:r>
              <a:rPr lang="vi-VN"/>
              <a:t>MS PowerPoint có các đặc trưng của nhóm </a:t>
            </a:r>
            <a:r>
              <a:rPr lang="vi-VN"/>
              <a:t>MS </a:t>
            </a:r>
            <a:r>
              <a:rPr lang="vi-VN" smtClean="0"/>
              <a:t>Office</a:t>
            </a:r>
            <a:endParaRPr lang="en-US" smtClean="0"/>
          </a:p>
          <a:p>
            <a:r>
              <a:rPr lang="en-US"/>
              <a:t>Các tài nguyên dùng chung của nhóm MS Office.</a:t>
            </a:r>
          </a:p>
          <a:p>
            <a:r>
              <a:rPr lang="en-US" smtClean="0"/>
              <a:t>Việc </a:t>
            </a:r>
            <a:r>
              <a:rPr lang="en-US"/>
              <a:t>Chuyển đổi từ Văn bản của Word sang MS PowerPoint rất </a:t>
            </a:r>
            <a:r>
              <a:rPr lang="en-US"/>
              <a:t>đễ </a:t>
            </a:r>
            <a:r>
              <a:rPr lang="en-US" smtClean="0"/>
              <a:t>dàng.</a:t>
            </a:r>
          </a:p>
          <a:p>
            <a:r>
              <a:rPr lang="vi-VN"/>
              <a:t>Khả năng nhúng ứng dụng và Link </a:t>
            </a:r>
            <a:r>
              <a:rPr lang="vi-VN"/>
              <a:t>khá </a:t>
            </a:r>
            <a:r>
              <a:rPr lang="vi-VN" smtClean="0"/>
              <a:t>mạnh</a:t>
            </a:r>
            <a:r>
              <a:rPr lang="en-US" smtClean="0"/>
              <a:t>.</a:t>
            </a:r>
            <a:r>
              <a:rPr lang="vi-VN" smtClean="0"/>
              <a:t> </a:t>
            </a:r>
            <a:endParaRPr lang="en-US" smtClean="0"/>
          </a:p>
          <a:p>
            <a:r>
              <a:rPr lang="vi-VN" smtClean="0"/>
              <a:t>Thủ </a:t>
            </a:r>
            <a:r>
              <a:rPr lang="vi-VN"/>
              <a:t>tục lưu cất thông minh, hỗ trợ chuyển đổi </a:t>
            </a:r>
            <a:r>
              <a:rPr lang="vi-VN"/>
              <a:t>đuôi </a:t>
            </a:r>
            <a:r>
              <a:rPr lang="vi-VN" smtClean="0"/>
              <a:t>file</a:t>
            </a:r>
            <a:r>
              <a:rPr lang="en-US" smtClean="0"/>
              <a:t>.</a:t>
            </a:r>
            <a:endParaRPr lang="vi-VN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3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2. Khám phá PowerPoint 2010 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5135593" y="2444369"/>
            <a:ext cx="7408335" cy="3450695"/>
          </a:xfrm>
          <a:prstGeom prst="rect">
            <a:avLst/>
          </a:prstGeom>
        </p:spPr>
        <p:txBody>
          <a:bodyPr vert="horz" lIns="109466" tIns="54734" rIns="109466" bIns="54734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94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/>
              <a:t>Bài 3. Làm việc với các Slide </a:t>
            </a:r>
            <a:endParaRPr lang="en-US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5135593" y="2444369"/>
            <a:ext cx="7408335" cy="3450695"/>
          </a:xfrm>
          <a:prstGeom prst="rect">
            <a:avLst/>
          </a:prstGeom>
        </p:spPr>
        <p:txBody>
          <a:bodyPr vert="horz" lIns="109466" tIns="54734" rIns="109466" bIns="54734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09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vi-VN"/>
              <a:t>Bài 4. Làm việc với văn bản trong slide </a:t>
            </a:r>
            <a:endParaRPr lang="en-US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5135593" y="2444369"/>
            <a:ext cx="7408335" cy="3450695"/>
          </a:xfrm>
          <a:prstGeom prst="rect">
            <a:avLst/>
          </a:prstGeom>
        </p:spPr>
        <p:txBody>
          <a:bodyPr vert="horz" lIns="109466" tIns="54734" rIns="109466" bIns="54734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275894" y="2814520"/>
            <a:ext cx="3655269" cy="17940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sz="40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Content of the textbox</a:t>
            </a:r>
            <a:endParaRPr lang="en-US" sz="4000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5909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60033" y="817586"/>
            <a:ext cx="9286993" cy="9600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/>
              <a:t>Bài 5. Định dạng Slide 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5135593" y="2444369"/>
            <a:ext cx="7408335" cy="3450695"/>
          </a:xfrm>
          <a:prstGeom prst="rect">
            <a:avLst/>
          </a:prstGeom>
        </p:spPr>
        <p:txBody>
          <a:bodyPr vert="horz" lIns="109466" tIns="54734" rIns="109466" bIns="54734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431" y="2238445"/>
            <a:ext cx="4570195" cy="3427647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3590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60033" y="817585"/>
            <a:ext cx="9286993" cy="119043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vi-VN" sz="3200"/>
              <a:t>Bài 6. Nâng cao giao diện trình chiếu bằng các thành phần trực quan đơn giản </a:t>
            </a:r>
            <a:endParaRPr lang="en-US" sz="3200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5135593" y="2444369"/>
            <a:ext cx="7408335" cy="3450695"/>
          </a:xfrm>
          <a:prstGeom prst="rect">
            <a:avLst/>
          </a:prstGeom>
        </p:spPr>
        <p:txBody>
          <a:bodyPr vert="horz" lIns="109466" tIns="54734" rIns="109466" bIns="54734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7" name="Picture 2" descr="C:\Program Files\Microsoft Office\MEDIA\CAGCAT10\j0212957.wmf"/>
          <p:cNvPicPr>
            <a:picLocks noChangeAspect="1" noChangeArrowheads="1"/>
          </p:cNvPicPr>
          <p:nvPr/>
        </p:nvPicPr>
        <p:blipFill>
          <a:blip r:embed="rId3" cstate="print">
            <a:lum bright="20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5210" y="3115079"/>
            <a:ext cx="1830629" cy="114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Program Files\Microsoft Office\MEDIA\CAGCAT10\j0212957.wmf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2557" y="4497659"/>
            <a:ext cx="1830629" cy="114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/>
          <p:cNvCxnSpPr/>
          <p:nvPr/>
        </p:nvCxnSpPr>
        <p:spPr>
          <a:xfrm>
            <a:off x="2639550" y="2699573"/>
            <a:ext cx="0" cy="3596171"/>
          </a:xfrm>
          <a:prstGeom prst="line">
            <a:avLst/>
          </a:prstGeom>
          <a:ln w="7620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91133" y="3023540"/>
            <a:ext cx="800219" cy="22923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4000" smtClean="0">
                <a:solidFill>
                  <a:srgbClr val="FFC000"/>
                </a:solidFill>
              </a:rPr>
              <a:t>Về Đích</a:t>
            </a:r>
            <a:endParaRPr lang="en-US" sz="4000">
              <a:solidFill>
                <a:srgbClr val="FFC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68181" y="3077410"/>
            <a:ext cx="800219" cy="255061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4000" smtClean="0">
                <a:solidFill>
                  <a:srgbClr val="FFC000"/>
                </a:solidFill>
              </a:rPr>
              <a:t>Xuất phát</a:t>
            </a:r>
            <a:endParaRPr lang="en-US" sz="4000">
              <a:solidFill>
                <a:srgbClr val="FFC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9091590" y="2699573"/>
            <a:ext cx="0" cy="3596171"/>
          </a:xfrm>
          <a:prstGeom prst="line">
            <a:avLst/>
          </a:prstGeom>
          <a:ln w="7620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90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/>
              <a:t>Bài 7. Đánh giá và hoàn thiện bản trình chiếu </a:t>
            </a:r>
            <a:endParaRPr lang="en-US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5135593" y="2444369"/>
            <a:ext cx="7408335" cy="3450695"/>
          </a:xfrm>
          <a:prstGeom prst="rect">
            <a:avLst/>
          </a:prstGeom>
        </p:spPr>
        <p:txBody>
          <a:bodyPr vert="horz" lIns="109466" tIns="54734" rIns="109466" bIns="54734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0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1962</TotalTime>
  <Words>237</Words>
  <Application>Microsoft Office PowerPoint</Application>
  <PresentationFormat>Widescreen</PresentationFormat>
  <Paragraphs>36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Brush Script MT</vt:lpstr>
      <vt:lpstr>Calibri</vt:lpstr>
      <vt:lpstr>Franklin Gothic Book</vt:lpstr>
      <vt:lpstr>Rage Italic</vt:lpstr>
      <vt:lpstr>Symbol</vt:lpstr>
      <vt:lpstr>Times New Roman</vt:lpstr>
      <vt:lpstr>Pushpin</vt:lpstr>
      <vt:lpstr>Hướng dẫn ôn tập MOS PowerPoint 2010</vt:lpstr>
      <vt:lpstr>Nội dung</vt:lpstr>
      <vt:lpstr>Bài 1. Những đặc điểm mới của PowerPoint 2010</vt:lpstr>
      <vt:lpstr>Bài 2. Khám phá PowerPoint 2010 </vt:lpstr>
      <vt:lpstr>Bài 3. Làm việc với các Slide </vt:lpstr>
      <vt:lpstr>Bài 4. Làm việc với văn bản trong slide </vt:lpstr>
      <vt:lpstr>Bài 5. Định dạng Slide </vt:lpstr>
      <vt:lpstr>Bài 6. Nâng cao giao diện trình chiếu bằng các thành phần trực quan đơn giản </vt:lpstr>
      <vt:lpstr>Bài 7. Đánh giá và hoàn thiện bản trình chiếu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Hướng dẫn ôn tập MOS PowerPoint 2010</dc:title>
  <dc:creator>lister</dc:creator>
  <cp:lastModifiedBy>Nguyen Minh Phuc</cp:lastModifiedBy>
  <cp:revision>60</cp:revision>
  <dcterms:created xsi:type="dcterms:W3CDTF">2006-08-16T00:00:00Z</dcterms:created>
  <dcterms:modified xsi:type="dcterms:W3CDTF">2017-05-04T02:07:04Z</dcterms:modified>
</cp:coreProperties>
</file>